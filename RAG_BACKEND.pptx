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edium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edium-regular.fntdata"/><Relationship Id="rId10" Type="http://schemas.openxmlformats.org/officeDocument/2006/relationships/slide" Target="slides/slide5.xml"/><Relationship Id="rId13" Type="http://schemas.openxmlformats.org/officeDocument/2006/relationships/font" Target="fonts/RobotoMedium-italic.fntdata"/><Relationship Id="rId12" Type="http://schemas.openxmlformats.org/officeDocument/2006/relationships/font" Target="fonts/Roboto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905333f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905333f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905333f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905333f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05333f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05333f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905333f8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905333f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RAG BACKEND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SETUP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Parse xml: running locally after parsing “cpg-corpus-cms.xml” file</a:t>
            </a:r>
            <a:endParaRPr sz="2100">
              <a:solidFill>
                <a:schemeClr val="dk1"/>
              </a:solidFill>
            </a:endParaRPr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Generate vectors: using faiss package for vectorising</a:t>
            </a:r>
            <a:endParaRPr sz="2100">
              <a:solidFill>
                <a:schemeClr val="dk1"/>
              </a:solidFill>
            </a:endParaRPr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RAG Implementation: carries out indexes for vector search and using top 5 result for context of query to llm for output result</a:t>
            </a:r>
            <a:endParaRPr sz="2100">
              <a:solidFill>
                <a:schemeClr val="dk1"/>
              </a:solidFill>
            </a:endParaRPr>
          </a:p>
          <a:p>
            <a:pPr indent="-33194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00">
                <a:solidFill>
                  <a:schemeClr val="dk1"/>
                </a:solidFill>
              </a:rPr>
              <a:t>LLM used: with Groq package : “llama-3.3-70b-versatile”</a:t>
            </a:r>
            <a:endParaRPr sz="2100">
              <a:solidFill>
                <a:schemeClr val="dk1"/>
              </a:solidFill>
            </a:endParaRPr>
          </a:p>
          <a:p>
            <a:pPr indent="-33194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00">
                <a:solidFill>
                  <a:schemeClr val="dk1"/>
                </a:solidFill>
              </a:rPr>
              <a:t>TBD: Test and optimize vectorization</a:t>
            </a:r>
            <a:endParaRPr sz="2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3194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Django: input prompt API to call model that outputs result</a:t>
            </a:r>
            <a:endParaRPr sz="2100">
              <a:solidFill>
                <a:schemeClr val="dk1"/>
              </a:solidFill>
            </a:endParaRPr>
          </a:p>
          <a:p>
            <a:pPr indent="-33194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00">
                <a:solidFill>
                  <a:schemeClr val="dk1"/>
                </a:solidFill>
              </a:rPr>
              <a:t>TBD: User model and authorization for customers</a:t>
            </a:r>
            <a:endParaRPr sz="2100">
              <a:solidFill>
                <a:schemeClr val="dk1"/>
              </a:solidFill>
            </a:endParaRPr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Screenshots attached below</a:t>
            </a:r>
            <a:endParaRPr sz="2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35550" y="211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project architecture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388" y="162888"/>
            <a:ext cx="2409825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list input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75" y="1017725"/>
            <a:ext cx="817948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output</a:t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50" y="1076200"/>
            <a:ext cx="802631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